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3814" autoAdjust="0"/>
    <p:restoredTop sz="96247" autoAdjust="0"/>
  </p:normalViewPr>
  <p:slideViewPr>
    <p:cSldViewPr snapToGrid="0">
      <p:cViewPr varScale="1">
        <p:scale>
          <a:sx n="111" d="100"/>
          <a:sy n="111" d="100"/>
        </p:scale>
        <p:origin x="13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BEF0F8-9DE2-206A-B8A4-090E9179A0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954F0B3-0D33-6597-02FE-29AEC02982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86B9D05-AC1A-0701-A172-7B59CFC6C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31-8-2026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A3E7AFD-685F-26F8-F85B-B5D3A0CE0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B0CE16B-9BD3-D610-012A-679D0121F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396351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D67B86-C7FD-EFC2-83C9-218942A4C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5FD6A74-DFBE-F8D7-96B2-52812B6DC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A1D79D6-341B-7421-5EE2-598FA508C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31-8-2026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BB527EF-4FD1-BB0B-990A-A2E77F3A4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F5DD9AB-E10B-DB75-0CD0-D190E3219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0511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412EE8-5ADB-DE25-463E-C35EA8994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6C68B49-80DF-053E-DDE5-EEE96A91FB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8E48091-2861-E5CA-1E0E-3B8F1D3EF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31-8-2026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B6A60CF-B3F9-85FD-BA8B-AAECBAA1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C5C61FA-156F-BAE3-5EB4-44F7AC2E5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77131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16E4B2-CBF1-6CEF-78F6-685E2AED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157C1D6-E40E-556F-58AB-368F2787F8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78CC0E0-1721-8BC0-4E26-868217AFD1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2728C5F-AA47-B899-D1E4-50AF26A2F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31-8-2026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ECC5D4D-12E1-1578-9C7C-894671800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3778B5E-D638-5DCE-3417-132DCE45D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95863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8018CD-181D-2C38-2FA1-C319208F9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97CD70F-BFB0-5EDB-D68F-E44BC1C08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C176854C-018F-7B33-2605-6D548131A2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2748A79-A38B-79C9-D276-0B491CF9B1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2931F141-4D65-78D8-AE5C-F4276261A6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ECE9BA6F-080E-E4CC-214F-648512029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31-8-2026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A5AE2241-C81E-9E5E-F05B-CD96582E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F1DCF03D-25D4-A6D4-1BDB-2BE5DF2AE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5386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3B3559-EDB9-BA66-681A-9104A5FDC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CE685E0-76F6-73D3-E7B0-50AA2E969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31-8-2026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9B941C3B-4114-F94E-3D8F-B53123AD6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50DA086-2B5F-AEC5-7B7C-CEA26C09D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56430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94B02A8-DBB6-18AA-D7D2-F5F85E92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31-8-2026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23D2E6B-A6E8-68AF-B94E-4EE522283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3160E66-4BC7-DC9A-A50D-1F1672606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577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E91E5B-E079-7986-B9D7-F18C63EA9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CAEC51D-3D4A-59F5-A32E-01E634F0E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C1D20AF-D593-0DBF-7D3B-F9AE9821A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A7BAE73-C8B0-C21D-5739-C60DB05DF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31-8-2026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2521CF1-F84A-68F2-B4F9-4CD9CBA39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FC992DB-2C73-7399-8D63-003C16BD0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92333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35E484-905F-841A-D526-C3EB74C5F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DFF47F6E-9BFE-A1DD-6DD2-34AFDA2204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C783E2BC-58BE-EA63-4684-DA1F6B542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0621298-44DC-A0BE-5412-F6015E724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31-8-2026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65D2CA5F-424D-8AE1-BD12-53FD763B2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30A1541-A413-8AE1-503E-9D5A0A17B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50109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585BC3-18B9-A4DE-5EFA-7C7068628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289EA78B-65C6-06ED-44B0-22FC1BBE52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12E574B-D2C0-9C21-4AAF-ED76ADE68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31-8-2026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9DC32E4-3064-A499-9D15-4E2C5BA14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9506763-07E4-E419-AF74-86DFAB86F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1328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FE15754A-6CA9-E204-B74B-1B433E0CE1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2C8EECB-D149-01FA-83D1-A6A6DC2ACC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E2AE94A-6426-468B-92C8-7F4168C84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EE3A-6FCC-4075-BC0D-494889CB012D}" type="datetimeFigureOut">
              <a:rPr lang="nl-NL" smtClean="0"/>
              <a:t>31-8-2026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C8DA190-FF4F-9CFB-31C8-D86245455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31961DA-7037-0D56-C9D4-CF8AC4314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21493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A46A4A09-F7DC-CE38-34ED-21A827D9A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0DD3783-CED6-9CE0-9CB7-4101ED87A4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A8C1B38-19D3-0360-6D76-90EBA473C7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20EE3A-6FCC-4075-BC0D-494889CB012D}" type="datetimeFigureOut">
              <a:rPr lang="nl-NL" smtClean="0"/>
              <a:t>31-8-2026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7759458-1A51-B291-7E0A-F1DEC4E665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EC78BE1-C65C-47A2-6568-0AD422BE12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17AD8F-31F4-4636-9A56-CA5DEEB6BE7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39588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hoek 9">
            <a:extLst>
              <a:ext uri="{FF2B5EF4-FFF2-40B4-BE49-F238E27FC236}">
                <a16:creationId xmlns:a16="http://schemas.microsoft.com/office/drawing/2014/main" id="{D7077277-88F5-63F9-BEC7-2D81E975AEAA}"/>
              </a:ext>
            </a:extLst>
          </p:cNvPr>
          <p:cNvSpPr/>
          <p:nvPr/>
        </p:nvSpPr>
        <p:spPr>
          <a:xfrm>
            <a:off x="767749" y="862642"/>
            <a:ext cx="2096219" cy="235501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u="sng" dirty="0">
                <a:solidFill>
                  <a:schemeClr val="tx1"/>
                </a:solidFill>
              </a:rPr>
              <a:t>Column1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Column2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Column3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Column4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Column5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Column6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Column7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Column8		</a:t>
            </a:r>
          </a:p>
        </p:txBody>
      </p:sp>
      <p:sp>
        <p:nvSpPr>
          <p:cNvPr id="11" name="Rechthoek 10">
            <a:extLst>
              <a:ext uri="{FF2B5EF4-FFF2-40B4-BE49-F238E27FC236}">
                <a16:creationId xmlns:a16="http://schemas.microsoft.com/office/drawing/2014/main" id="{4B6A12E5-A11F-566F-4E2D-BD24BAF12A40}"/>
              </a:ext>
            </a:extLst>
          </p:cNvPr>
          <p:cNvSpPr/>
          <p:nvPr/>
        </p:nvSpPr>
        <p:spPr>
          <a:xfrm>
            <a:off x="767750" y="508958"/>
            <a:ext cx="2096219" cy="353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Naam1</a:t>
            </a:r>
          </a:p>
        </p:txBody>
      </p:sp>
      <p:sp>
        <p:nvSpPr>
          <p:cNvPr id="13" name="Rechthoek 12">
            <a:extLst>
              <a:ext uri="{FF2B5EF4-FFF2-40B4-BE49-F238E27FC236}">
                <a16:creationId xmlns:a16="http://schemas.microsoft.com/office/drawing/2014/main" id="{B1742DF7-7DC9-284F-C186-812B1A6EA0A3}"/>
              </a:ext>
            </a:extLst>
          </p:cNvPr>
          <p:cNvSpPr/>
          <p:nvPr/>
        </p:nvSpPr>
        <p:spPr>
          <a:xfrm>
            <a:off x="4819291" y="3965275"/>
            <a:ext cx="2096219" cy="235501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u="sng" dirty="0">
                <a:solidFill>
                  <a:schemeClr val="tx1"/>
                </a:solidFill>
              </a:rPr>
              <a:t>Column1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Column2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Column3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Column4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Column5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Column6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Column7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Column8		</a:t>
            </a:r>
          </a:p>
        </p:txBody>
      </p:sp>
      <p:sp>
        <p:nvSpPr>
          <p:cNvPr id="15" name="Rechthoek 14">
            <a:extLst>
              <a:ext uri="{FF2B5EF4-FFF2-40B4-BE49-F238E27FC236}">
                <a16:creationId xmlns:a16="http://schemas.microsoft.com/office/drawing/2014/main" id="{BD3C609B-54EE-8CA9-D4D4-10A8DA1434F8}"/>
              </a:ext>
            </a:extLst>
          </p:cNvPr>
          <p:cNvSpPr/>
          <p:nvPr/>
        </p:nvSpPr>
        <p:spPr>
          <a:xfrm>
            <a:off x="4819290" y="3611591"/>
            <a:ext cx="2096219" cy="353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Naam2</a:t>
            </a:r>
          </a:p>
        </p:txBody>
      </p:sp>
      <p:sp>
        <p:nvSpPr>
          <p:cNvPr id="17" name="Rechthoek 16">
            <a:extLst>
              <a:ext uri="{FF2B5EF4-FFF2-40B4-BE49-F238E27FC236}">
                <a16:creationId xmlns:a16="http://schemas.microsoft.com/office/drawing/2014/main" id="{DF8F3B02-B58F-BD0B-9F78-A5F229321DCC}"/>
              </a:ext>
            </a:extLst>
          </p:cNvPr>
          <p:cNvSpPr/>
          <p:nvPr/>
        </p:nvSpPr>
        <p:spPr>
          <a:xfrm>
            <a:off x="9011728" y="862642"/>
            <a:ext cx="2096219" cy="235501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u="sng" dirty="0">
                <a:solidFill>
                  <a:schemeClr val="tx1"/>
                </a:solidFill>
              </a:rPr>
              <a:t>Column1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Column2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Column3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Column4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Column5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Column6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Column7		</a:t>
            </a:r>
          </a:p>
          <a:p>
            <a:pPr algn="ctr"/>
            <a:r>
              <a:rPr lang="nl-NL" u="sng" dirty="0">
                <a:solidFill>
                  <a:schemeClr val="tx1"/>
                </a:solidFill>
              </a:rPr>
              <a:t>Column8		</a:t>
            </a:r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B2B73AD9-18BA-947E-1062-11F70C8F8073}"/>
              </a:ext>
            </a:extLst>
          </p:cNvPr>
          <p:cNvSpPr/>
          <p:nvPr/>
        </p:nvSpPr>
        <p:spPr>
          <a:xfrm>
            <a:off x="9011728" y="508958"/>
            <a:ext cx="2096219" cy="353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Naam3</a:t>
            </a:r>
          </a:p>
        </p:txBody>
      </p:sp>
    </p:spTree>
    <p:extLst>
      <p:ext uri="{BB962C8B-B14F-4D97-AF65-F5344CB8AC3E}">
        <p14:creationId xmlns:p14="http://schemas.microsoft.com/office/powerpoint/2010/main" val="2172819261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</Words>
  <Application>Microsoft Office PowerPoint</Application>
  <PresentationFormat>Breedbeeld</PresentationFormat>
  <Paragraphs>27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Jamie Leijs</dc:creator>
  <cp:lastModifiedBy>Jamie Leijs</cp:lastModifiedBy>
  <cp:revision>4</cp:revision>
  <dcterms:created xsi:type="dcterms:W3CDTF">2026-08-31T11:06:15Z</dcterms:created>
  <dcterms:modified xsi:type="dcterms:W3CDTF">2026-08-31T13:32:45Z</dcterms:modified>
</cp:coreProperties>
</file>