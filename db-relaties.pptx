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13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08:11:01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3187 623 24450,'-3187'-623'0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08:11:05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24575,'0'552'-1365,"0"-531"-5461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09:12:56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3187 1 24450,'-3187'499'0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09:12:56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24575,'0'552'-1365,"0"-531"-5461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BEF0F8-9DE2-206A-B8A4-090E9179A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954F0B3-0D33-6597-02FE-29AEC0298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86B9D05-AC1A-0701-A172-7B59CFC6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A3E7AFD-685F-26F8-F85B-B5D3A0CE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B0CE16B-9BD3-D610-012A-679D0121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963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67B86-C7FD-EFC2-83C9-218942A4C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5FD6A74-DFBE-F8D7-96B2-52812B6DC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A1D79D6-341B-7421-5EE2-598FA508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B527EF-4FD1-BB0B-990A-A2E77F3A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F5DD9AB-E10B-DB75-0CD0-D190E321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05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412EE8-5ADB-DE25-463E-C35EA899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C68B49-80DF-053E-DDE5-EEE96A91F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8E48091-2861-E5CA-1E0E-3B8F1D3EF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6A60CF-B3F9-85FD-BA8B-AAECBAA1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C5C61FA-156F-BAE3-5EB4-44F7AC2E5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713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6E4B2-CBF1-6CEF-78F6-685E2AED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57C1D6-E40E-556F-58AB-368F2787F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78CC0E0-1721-8BC0-4E26-868217AFD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2728C5F-AA47-B899-D1E4-50AF26A2F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ECC5D4D-12E1-1578-9C7C-89467180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778B5E-D638-5DCE-3417-132DCE45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586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8018CD-181D-2C38-2FA1-C319208F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97CD70F-BFB0-5EDB-D68F-E44BC1C0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176854C-018F-7B33-2605-6D548131A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2748A79-A38B-79C9-D276-0B491CF9B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931F141-4D65-78D8-AE5C-F4276261A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CE9BA6F-080E-E4CC-214F-64851202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5AE2241-C81E-9E5E-F05B-CD96582E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1DCF03D-25D4-A6D4-1BDB-2BE5DF2AE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538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B3559-EDB9-BA66-681A-9104A5FD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CE685E0-76F6-73D3-E7B0-50AA2E969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B941C3B-4114-F94E-3D8F-B53123AD6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50DA086-2B5F-AEC5-7B7C-CEA26C09D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6430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94B02A8-DBB6-18AA-D7D2-F5F85E92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23D2E6B-A6E8-68AF-B94E-4EE522283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3160E66-4BC7-DC9A-A50D-1F167260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577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91E5B-E079-7986-B9D7-F18C63EA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AEC51D-3D4A-59F5-A32E-01E634F0E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1D20AF-D593-0DBF-7D3B-F9AE9821A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A7BAE73-C8B0-C21D-5739-C60DB05DF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2521CF1-F84A-68F2-B4F9-4CD9CBA3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FC992DB-2C73-7399-8D63-003C16BD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233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35E484-905F-841A-D526-C3EB74C5F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FF47F6E-9BFE-A1DD-6DD2-34AFDA2204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783E2BC-58BE-EA63-4684-DA1F6B542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0621298-44DC-A0BE-5412-F6015E72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5D2CA5F-424D-8AE1-BD12-53FD763B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30A1541-A413-8AE1-503E-9D5A0A17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0109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585BC3-18B9-A4DE-5EFA-7C706862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89EA78B-65C6-06ED-44B0-22FC1BBE5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12E574B-D2C0-9C21-4AAF-ED76ADE6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9DC32E4-3064-A499-9D15-4E2C5BA1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9506763-07E4-E419-AF74-86DFAB86F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1328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E15754A-6CA9-E204-B74B-1B433E0CE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2C8EECB-D149-01FA-83D1-A6A6DC2AC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E2AE94A-6426-468B-92C8-7F4168C8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C8DA190-FF4F-9CFB-31C8-D86245455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31961DA-7037-0D56-C9D4-CF8AC431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149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46A4A09-F7DC-CE38-34ED-21A827D9A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0DD3783-CED6-9CE0-9CB7-4101ED87A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A8C1B38-19D3-0360-6D76-90EBA473C7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0EE3A-6FCC-4075-BC0D-494889CB012D}" type="datetimeFigureOut">
              <a:rPr lang="nl-NL" smtClean="0"/>
              <a:t>14-9-2026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7759458-1A51-B291-7E0A-F1DEC4E66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EC78BE1-C65C-47A2-6568-0AD422BE1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7AD8F-31F4-4636-9A56-CA5DEEB6BE7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958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ep 4">
            <a:extLst>
              <a:ext uri="{FF2B5EF4-FFF2-40B4-BE49-F238E27FC236}">
                <a16:creationId xmlns:a16="http://schemas.microsoft.com/office/drawing/2014/main" id="{3C69613D-57CF-02A2-FDE1-E897B1411389}"/>
              </a:ext>
            </a:extLst>
          </p:cNvPr>
          <p:cNvGrpSpPr/>
          <p:nvPr/>
        </p:nvGrpSpPr>
        <p:grpSpPr>
          <a:xfrm>
            <a:off x="1442052" y="1147312"/>
            <a:ext cx="2096219" cy="2113473"/>
            <a:chOff x="9011728" y="508958"/>
            <a:chExt cx="2096219" cy="211347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C0BAE965-173E-BADF-1561-D7388632C893}"/>
                </a:ext>
              </a:extLst>
            </p:cNvPr>
            <p:cNvSpPr/>
            <p:nvPr/>
          </p:nvSpPr>
          <p:spPr>
            <a:xfrm>
              <a:off x="9011728" y="862641"/>
              <a:ext cx="2096219" cy="175979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ID	PK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Voorraad.ID FK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Herkomst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Datum	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Gewicht	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Bruikbaarheid	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107E6F49-1ED3-4EF2-75E7-016962DFF73C}"/>
                </a:ext>
              </a:extLst>
            </p:cNvPr>
            <p:cNvSpPr/>
            <p:nvPr/>
          </p:nvSpPr>
          <p:spPr>
            <a:xfrm>
              <a:off x="9011728" y="508958"/>
              <a:ext cx="2096219" cy="3536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Ontvangst</a:t>
              </a: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3D274A2B-0132-E68F-3AFB-A7ED7FEF088E}"/>
              </a:ext>
            </a:extLst>
          </p:cNvPr>
          <p:cNvGrpSpPr/>
          <p:nvPr/>
        </p:nvGrpSpPr>
        <p:grpSpPr>
          <a:xfrm>
            <a:off x="5047890" y="1147312"/>
            <a:ext cx="2096219" cy="2510288"/>
            <a:chOff x="9011728" y="508958"/>
            <a:chExt cx="2096219" cy="2022620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BD704A52-0F55-21DF-B5CF-4F5694E1DC1C}"/>
                </a:ext>
              </a:extLst>
            </p:cNvPr>
            <p:cNvSpPr/>
            <p:nvPr/>
          </p:nvSpPr>
          <p:spPr>
            <a:xfrm>
              <a:off x="9011728" y="862642"/>
              <a:ext cx="2096219" cy="166893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ID	PK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Leertype	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Dikte	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Maat	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Gewicht	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Kleur	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Prijs		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58CBCC5B-FB93-88BD-CD6C-D9DC68DA1C20}"/>
                </a:ext>
              </a:extLst>
            </p:cNvPr>
            <p:cNvSpPr/>
            <p:nvPr/>
          </p:nvSpPr>
          <p:spPr>
            <a:xfrm>
              <a:off x="9011728" y="508958"/>
              <a:ext cx="2096219" cy="3536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Voorraad</a:t>
              </a:r>
            </a:p>
          </p:txBody>
        </p:sp>
      </p:grpSp>
      <p:grpSp>
        <p:nvGrpSpPr>
          <p:cNvPr id="14" name="Groep 13">
            <a:extLst>
              <a:ext uri="{FF2B5EF4-FFF2-40B4-BE49-F238E27FC236}">
                <a16:creationId xmlns:a16="http://schemas.microsoft.com/office/drawing/2014/main" id="{8121FD48-5300-FFFC-6076-C463907BCE4C}"/>
              </a:ext>
            </a:extLst>
          </p:cNvPr>
          <p:cNvGrpSpPr/>
          <p:nvPr/>
        </p:nvGrpSpPr>
        <p:grpSpPr>
          <a:xfrm>
            <a:off x="8653729" y="1135809"/>
            <a:ext cx="2096219" cy="2789210"/>
            <a:chOff x="9011728" y="508958"/>
            <a:chExt cx="2096219" cy="2789210"/>
          </a:xfrm>
        </p:grpSpPr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74ECD19-52B9-5D04-A593-1F332E3A6BD4}"/>
                </a:ext>
              </a:extLst>
            </p:cNvPr>
            <p:cNvSpPr/>
            <p:nvPr/>
          </p:nvSpPr>
          <p:spPr>
            <a:xfrm>
              <a:off x="9011728" y="862642"/>
              <a:ext cx="2096219" cy="243552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ID	PK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Voorraad.ID FK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Locatie	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Email	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Prijs	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Status		</a:t>
              </a:r>
            </a:p>
            <a:p>
              <a:pPr algn="ctr"/>
              <a:r>
                <a:rPr lang="nl-NL" u="sng" dirty="0">
                  <a:solidFill>
                    <a:schemeClr val="tx1"/>
                  </a:solidFill>
                </a:rPr>
                <a:t>Besteldatum	</a:t>
              </a:r>
            </a:p>
            <a:p>
              <a:pPr algn="ctr"/>
              <a:r>
                <a:rPr lang="nl-NL" u="sng" dirty="0" err="1">
                  <a:solidFill>
                    <a:schemeClr val="tx1"/>
                  </a:solidFill>
                </a:rPr>
                <a:t>VerstuurDatum</a:t>
              </a:r>
              <a:r>
                <a:rPr lang="nl-NL" u="sng" dirty="0">
                  <a:solidFill>
                    <a:schemeClr val="tx1"/>
                  </a:solidFill>
                </a:rPr>
                <a:t>	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270769E-E26F-27F8-6DEC-C467B9BA0266}"/>
                </a:ext>
              </a:extLst>
            </p:cNvPr>
            <p:cNvSpPr/>
            <p:nvPr/>
          </p:nvSpPr>
          <p:spPr>
            <a:xfrm>
              <a:off x="9011728" y="508958"/>
              <a:ext cx="2096219" cy="3536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bestellingen</a:t>
              </a:r>
            </a:p>
          </p:txBody>
        </p:sp>
      </p:grpSp>
      <p:sp>
        <p:nvSpPr>
          <p:cNvPr id="20" name="Gelijkbenige driehoek 19">
            <a:extLst>
              <a:ext uri="{FF2B5EF4-FFF2-40B4-BE49-F238E27FC236}">
                <a16:creationId xmlns:a16="http://schemas.microsoft.com/office/drawing/2014/main" id="{AC289A06-91D4-35E1-3A88-1F5D698183DB}"/>
              </a:ext>
            </a:extLst>
          </p:cNvPr>
          <p:cNvSpPr/>
          <p:nvPr/>
        </p:nvSpPr>
        <p:spPr>
          <a:xfrm rot="16200000">
            <a:off x="8341381" y="1801840"/>
            <a:ext cx="271010" cy="35368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t 21">
                <a:extLst>
                  <a:ext uri="{FF2B5EF4-FFF2-40B4-BE49-F238E27FC236}">
                    <a16:creationId xmlns:a16="http://schemas.microsoft.com/office/drawing/2014/main" id="{8902988B-211E-666A-B104-2E4D8258301A}"/>
                  </a:ext>
                </a:extLst>
              </p14:cNvPr>
              <p14:cNvContentPartPr/>
              <p14:nvPr/>
            </p14:nvContentPartPr>
            <p14:xfrm>
              <a:off x="7151189" y="1759537"/>
              <a:ext cx="1147680" cy="224640"/>
            </p14:xfrm>
          </p:contentPart>
        </mc:Choice>
        <mc:Fallback xmlns="">
          <p:pic>
            <p:nvPicPr>
              <p:cNvPr id="22" name="Inkt 21">
                <a:extLst>
                  <a:ext uri="{FF2B5EF4-FFF2-40B4-BE49-F238E27FC236}">
                    <a16:creationId xmlns:a16="http://schemas.microsoft.com/office/drawing/2014/main" id="{8902988B-211E-666A-B104-2E4D825830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5069" y="1753417"/>
                <a:ext cx="11599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t 22">
                <a:extLst>
                  <a:ext uri="{FF2B5EF4-FFF2-40B4-BE49-F238E27FC236}">
                    <a16:creationId xmlns:a16="http://schemas.microsoft.com/office/drawing/2014/main" id="{43FC3899-1BDB-596F-DE67-C027D13A1B7A}"/>
                  </a:ext>
                </a:extLst>
              </p14:cNvPr>
              <p14:cNvContentPartPr/>
              <p14:nvPr/>
            </p14:nvContentPartPr>
            <p14:xfrm>
              <a:off x="7280429" y="1664857"/>
              <a:ext cx="360" cy="206280"/>
            </p14:xfrm>
          </p:contentPart>
        </mc:Choice>
        <mc:Fallback xmlns="">
          <p:pic>
            <p:nvPicPr>
              <p:cNvPr id="23" name="Inkt 22">
                <a:extLst>
                  <a:ext uri="{FF2B5EF4-FFF2-40B4-BE49-F238E27FC236}">
                    <a16:creationId xmlns:a16="http://schemas.microsoft.com/office/drawing/2014/main" id="{43FC3899-1BDB-596F-DE67-C027D13A1B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74309" y="1658737"/>
                <a:ext cx="12600" cy="2185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Gelijkbenige driehoek 1">
            <a:extLst>
              <a:ext uri="{FF2B5EF4-FFF2-40B4-BE49-F238E27FC236}">
                <a16:creationId xmlns:a16="http://schemas.microsoft.com/office/drawing/2014/main" id="{6065E297-BF41-8880-146A-DCDD0B2AF572}"/>
              </a:ext>
            </a:extLst>
          </p:cNvPr>
          <p:cNvSpPr/>
          <p:nvPr/>
        </p:nvSpPr>
        <p:spPr>
          <a:xfrm rot="16200000">
            <a:off x="4735543" y="1594840"/>
            <a:ext cx="271010" cy="35368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t 2">
                <a:extLst>
                  <a:ext uri="{FF2B5EF4-FFF2-40B4-BE49-F238E27FC236}">
                    <a16:creationId xmlns:a16="http://schemas.microsoft.com/office/drawing/2014/main" id="{948FE4C6-B00F-66C6-027C-9F4DFED8EF78}"/>
                  </a:ext>
                </a:extLst>
              </p14:cNvPr>
              <p14:cNvContentPartPr/>
              <p14:nvPr/>
            </p14:nvContentPartPr>
            <p14:xfrm flipV="1">
              <a:off x="3545351" y="1777177"/>
              <a:ext cx="1147680" cy="179915"/>
            </p14:xfrm>
          </p:contentPart>
        </mc:Choice>
        <mc:Fallback>
          <p:pic>
            <p:nvPicPr>
              <p:cNvPr id="3" name="Inkt 2">
                <a:extLst>
                  <a:ext uri="{FF2B5EF4-FFF2-40B4-BE49-F238E27FC236}">
                    <a16:creationId xmlns:a16="http://schemas.microsoft.com/office/drawing/2014/main" id="{948FE4C6-B00F-66C6-027C-9F4DFED8EF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flipV="1">
                <a:off x="3539231" y="1771060"/>
                <a:ext cx="1159920" cy="192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t 3">
                <a:extLst>
                  <a:ext uri="{FF2B5EF4-FFF2-40B4-BE49-F238E27FC236}">
                    <a16:creationId xmlns:a16="http://schemas.microsoft.com/office/drawing/2014/main" id="{B2E327BC-3580-C5D8-CD11-6B73D608D452}"/>
                  </a:ext>
                </a:extLst>
              </p14:cNvPr>
              <p14:cNvContentPartPr/>
              <p14:nvPr/>
            </p14:nvContentPartPr>
            <p14:xfrm>
              <a:off x="3674591" y="1828793"/>
              <a:ext cx="360" cy="206280"/>
            </p14:xfrm>
          </p:contentPart>
        </mc:Choice>
        <mc:Fallback>
          <p:pic>
            <p:nvPicPr>
              <p:cNvPr id="4" name="Inkt 3">
                <a:extLst>
                  <a:ext uri="{FF2B5EF4-FFF2-40B4-BE49-F238E27FC236}">
                    <a16:creationId xmlns:a16="http://schemas.microsoft.com/office/drawing/2014/main" id="{B2E327BC-3580-C5D8-CD11-6B73D608D4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68471" y="1822684"/>
                <a:ext cx="12600" cy="2184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281926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Breedbeeld</PresentationFormat>
  <Paragraphs>24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Leijs</dc:creator>
  <cp:lastModifiedBy>Jamie Leijs</cp:lastModifiedBy>
  <cp:revision>26</cp:revision>
  <dcterms:created xsi:type="dcterms:W3CDTF">2026-08-31T11:06:15Z</dcterms:created>
  <dcterms:modified xsi:type="dcterms:W3CDTF">2026-09-14T09:13:56Z</dcterms:modified>
</cp:coreProperties>
</file>